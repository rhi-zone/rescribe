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charts/chart1.xml" ContentType="application/vnd.openxmlformats-officedocument.drawingml.char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p>
            <a:r>
              <a:t>Quarterly Revenue</a:t>
            </a:r>
          </a:p>
        </c:rich>
      </c:tx>
    </c:title>
    <c:plotArea>
      <c:layout/>
      <c:barChart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20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crossAx val="2"/>
      </c:catAx>
      <c:valAx>
        <c:axId val="2"/>
        <c:scaling>
          <c:orientation val="minMax"/>
        </c:scaling>
        <c:delete val="0"/>
        <c:axPos val="l"/>
        <c:crossAx val="1"/>
      </c:valAx>
    </c:plotArea>
    <c:legend>
      <c:legendPos val="b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Quarterly Revenue</a:t>
            </a:r>
          </a:p>
        </p:txBody>
      </p:sp>
      <p:graphicFrame>
        <a:graphic xmlns:a="http://schemas.openxmlformats.org/drawingml/2006/main"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  <p:nvGraphicFramePr>
          <p:cNvPr id="3" name="Chart 3"/>
          <p:cNvGraphicFramePr>
            <a:graphicFrameLocks noGrp="1"/>
          </p:cNvGraphicFramePr>
          <p:nvPr/>
        </p:nvGraphicFramePr>
        <p:xfrm>
          <a:off x="457200" y="1600200"/>
          <a:ext cx="8229600" cy="4000000"/>
        </p:xfrm>
      </p:graphicFrame>
    </p:spTree>
  </p:cSld>
  <p:clrMapOvr>
    <a:masterClrMapping/>
  </p:clrMapOvr>
</p:sld>
</file>