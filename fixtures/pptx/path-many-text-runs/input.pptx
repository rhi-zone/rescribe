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_rels/slideMaster1.xml.rels" ContentType="application/vnd.openxmlformats-package.relationships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slides/_rels/slide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Many Text Runs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 xml:space="preserve">word0 </a:t>
            </a:r>
            <a:r>
              <a:rPr lang="en-US" sz="2400" b="1"/>
              <a:t xml:space="preserve">bold0 </a:t>
            </a:r>
            <a:r>
              <a:rPr lang="en-US" sz="2400"/>
              <a:t xml:space="preserve">word1 </a:t>
            </a:r>
            <a:r>
              <a:rPr lang="en-US" sz="2400" b="1"/>
              <a:t xml:space="preserve">bold1 </a:t>
            </a:r>
            <a:r>
              <a:rPr lang="en-US" sz="2400"/>
              <a:t xml:space="preserve">word2 </a:t>
            </a:r>
            <a:r>
              <a:rPr lang="en-US" sz="2400" b="1"/>
              <a:t xml:space="preserve">bold2 </a:t>
            </a:r>
            <a:r>
              <a:rPr lang="en-US" sz="2400"/>
              <a:t xml:space="preserve">word3 </a:t>
            </a:r>
            <a:r>
              <a:rPr lang="en-US" sz="2400" b="1"/>
              <a:t xml:space="preserve">bold3 </a:t>
            </a:r>
            <a:r>
              <a:rPr lang="en-US" sz="2400"/>
              <a:t xml:space="preserve">word4 </a:t>
            </a:r>
            <a:r>
              <a:rPr lang="en-US" sz="2400" b="1"/>
              <a:t xml:space="preserve">bold4 </a:t>
            </a:r>
            <a:r>
              <a:rPr lang="en-US" sz="2400"/>
              <a:t xml:space="preserve">word5 </a:t>
            </a:r>
            <a:r>
              <a:rPr lang="en-US" sz="2400" b="1"/>
              <a:t xml:space="preserve">bold5 </a:t>
            </a:r>
            <a:r>
              <a:rPr lang="en-US" sz="2400"/>
              <a:t xml:space="preserve">word6 </a:t>
            </a:r>
            <a:r>
              <a:rPr lang="en-US" sz="2400" b="1"/>
              <a:t xml:space="preserve">bold6 </a:t>
            </a:r>
            <a:r>
              <a:rPr lang="en-US" sz="2400"/>
              <a:t xml:space="preserve">word7 </a:t>
            </a:r>
            <a:r>
              <a:rPr lang="en-US" sz="2400" b="1"/>
              <a:t xml:space="preserve">bold7 </a:t>
            </a:r>
            <a:r>
              <a:rPr lang="en-US" sz="2400"/>
              <a:t xml:space="preserve">word8 </a:t>
            </a:r>
            <a:r>
              <a:rPr lang="en-US" sz="2400" b="1"/>
              <a:t xml:space="preserve">bold8 </a:t>
            </a:r>
            <a:r>
              <a:rPr lang="en-US" sz="2400"/>
              <a:t xml:space="preserve">word9 </a:t>
            </a:r>
            <a:r>
              <a:rPr lang="en-US" sz="2400" b="1"/>
              <a:t xml:space="preserve">bold9 </a:t>
            </a:r>
            <a:r>
              <a:rPr lang="en-US" sz="2400"/>
              <a:t xml:space="preserve">word10 </a:t>
            </a:r>
            <a:r>
              <a:rPr lang="en-US" sz="2400" b="1"/>
              <a:t xml:space="preserve">bold10 </a:t>
            </a:r>
            <a:r>
              <a:rPr lang="en-US" sz="2400"/>
              <a:t xml:space="preserve">word11 </a:t>
            </a:r>
            <a:r>
              <a:rPr lang="en-US" sz="2400" b="1"/>
              <a:t xml:space="preserve">bold11 </a:t>
            </a:r>
            <a:r>
              <a:rPr lang="en-US" sz="2400"/>
              <a:t xml:space="preserve">word12 </a:t>
            </a:r>
            <a:r>
              <a:rPr lang="en-US" sz="2400" b="1"/>
              <a:t xml:space="preserve">bold12 </a:t>
            </a:r>
            <a:r>
              <a:rPr lang="en-US" sz="2400"/>
              <a:t xml:space="preserve">word13 </a:t>
            </a:r>
            <a:r>
              <a:rPr lang="en-US" sz="2400" b="1"/>
              <a:t xml:space="preserve">bold13 </a:t>
            </a:r>
            <a:r>
              <a:rPr lang="en-US" sz="2400"/>
              <a:t xml:space="preserve">word14 </a:t>
            </a:r>
            <a:r>
              <a:rPr lang="en-US" sz="2400" b="1"/>
              <a:t xml:space="preserve">bold14 </a:t>
            </a:r>
            <a:r>
              <a:rPr lang="en-US" sz="2400"/>
              <a:t xml:space="preserve">word15 </a:t>
            </a:r>
            <a:r>
              <a:rPr lang="en-US" sz="2400" b="1"/>
              <a:t xml:space="preserve">bold15 </a:t>
            </a:r>
            <a:r>
              <a:rPr lang="en-US" sz="2400"/>
              <a:t xml:space="preserve">word16 </a:t>
            </a:r>
            <a:r>
              <a:rPr lang="en-US" sz="2400" b="1"/>
              <a:t xml:space="preserve">bold16 </a:t>
            </a:r>
            <a:r>
              <a:rPr lang="en-US" sz="2400"/>
              <a:t xml:space="preserve">word17 </a:t>
            </a:r>
            <a:r>
              <a:rPr lang="en-US" sz="2400" b="1"/>
              <a:t xml:space="preserve">bold17 </a:t>
            </a:r>
            <a:r>
              <a:rPr lang="en-US" sz="2400"/>
              <a:t xml:space="preserve">word18 </a:t>
            </a:r>
            <a:r>
              <a:rPr lang="en-US" sz="2400" b="1"/>
              <a:t xml:space="preserve">bold18 </a:t>
            </a:r>
            <a:r>
              <a:rPr lang="en-US" sz="2400"/>
              <a:t xml:space="preserve">word19 </a:t>
            </a:r>
            <a:r>
              <a:rPr lang="en-US" sz="2400" b="1"/>
              <a:t xml:space="preserve">bold19 </a:t>
            </a:r>
            <a:r>
              <a:rPr lang="en-US" sz="2400"/>
              <a:t xml:space="preserve">word20 </a:t>
            </a:r>
            <a:r>
              <a:rPr lang="en-US" sz="2400" b="1"/>
              <a:t xml:space="preserve">bold20 </a:t>
            </a:r>
            <a:r>
              <a:rPr lang="en-US" sz="2400"/>
              <a:t xml:space="preserve">word21 </a:t>
            </a:r>
            <a:r>
              <a:rPr lang="en-US" sz="2400" b="1"/>
              <a:t xml:space="preserve">bold21 </a:t>
            </a:r>
            <a:r>
              <a:rPr lang="en-US" sz="2400"/>
              <a:t xml:space="preserve">word22 </a:t>
            </a:r>
            <a:r>
              <a:rPr lang="en-US" sz="2400" b="1"/>
              <a:t xml:space="preserve">bold22 </a:t>
            </a:r>
            <a:r>
              <a:rPr lang="en-US" sz="2400"/>
              <a:t xml:space="preserve">word23 </a:t>
            </a:r>
            <a:r>
              <a:rPr lang="en-US" sz="2400" b="1"/>
              <a:t xml:space="preserve">bold23 </a:t>
            </a:r>
            <a:r>
              <a:rPr lang="en-US" sz="2400"/>
              <a:t xml:space="preserve">word24 </a:t>
            </a:r>
            <a:r>
              <a:rPr lang="en-US" sz="2400" b="1"/>
              <a:t xml:space="preserve">bold24 </a:t>
            </a:r>
            <a:r>
              <a:rPr lang="en-US" sz="2400"/>
              <a:t xml:space="preserve">word25 </a:t>
            </a:r>
            <a:r>
              <a:rPr lang="en-US" sz="2400" b="1"/>
              <a:t xml:space="preserve">bold25 </a:t>
            </a:r>
            <a:r>
              <a:rPr lang="en-US" sz="2400"/>
              <a:t xml:space="preserve">word26 </a:t>
            </a:r>
            <a:r>
              <a:rPr lang="en-US" sz="2400" b="1"/>
              <a:t xml:space="preserve">bold26 </a:t>
            </a:r>
            <a:r>
              <a:rPr lang="en-US" sz="2400"/>
              <a:t xml:space="preserve">word27 </a:t>
            </a:r>
            <a:r>
              <a:rPr lang="en-US" sz="2400" b="1"/>
              <a:t xml:space="preserve">bold27 </a:t>
            </a:r>
            <a:r>
              <a:rPr lang="en-US" sz="2400"/>
              <a:t xml:space="preserve">word28 </a:t>
            </a:r>
            <a:r>
              <a:rPr lang="en-US" sz="2400" b="1"/>
              <a:t xml:space="preserve">bold28 </a:t>
            </a:r>
            <a:r>
              <a:rPr lang="en-US" sz="2400"/>
              <a:t xml:space="preserve">word29 </a:t>
            </a:r>
            <a:r>
              <a:rPr lang="en-US" sz="2400" b="1"/>
              <a:t xml:space="preserve">bold29 </a:t>
            </a:r>
            <a:r>
              <a:rPr lang="en-US" sz="2400"/>
              <a:t xml:space="preserve">word30 </a:t>
            </a:r>
            <a:r>
              <a:rPr lang="en-US" sz="2400" b="1"/>
              <a:t xml:space="preserve">bold30 </a:t>
            </a:r>
            <a:r>
              <a:rPr lang="en-US" sz="2400"/>
              <a:t xml:space="preserve">word31 </a:t>
            </a:r>
            <a:r>
              <a:rPr lang="en-US" sz="2400" b="1"/>
              <a:t xml:space="preserve">bold31 </a:t>
            </a:r>
            <a:r>
              <a:rPr lang="en-US" sz="2400"/>
              <a:t xml:space="preserve">word32 </a:t>
            </a:r>
            <a:r>
              <a:rPr lang="en-US" sz="2400" b="1"/>
              <a:t xml:space="preserve">bold32 </a:t>
            </a:r>
            <a:r>
              <a:rPr lang="en-US" sz="2400"/>
              <a:t xml:space="preserve">word33 </a:t>
            </a:r>
            <a:r>
              <a:rPr lang="en-US" sz="2400" b="1"/>
              <a:t xml:space="preserve">bold33 </a:t>
            </a:r>
            <a:r>
              <a:rPr lang="en-US" sz="2400"/>
              <a:t xml:space="preserve">word34 </a:t>
            </a:r>
            <a:r>
              <a:rPr lang="en-US" sz="2400" b="1"/>
              <a:t xml:space="preserve">bold34 </a:t>
            </a:r>
            <a:r>
              <a:rPr lang="en-US" sz="2400"/>
              <a:t xml:space="preserve">word35 </a:t>
            </a:r>
            <a:r>
              <a:rPr lang="en-US" sz="2400" b="1"/>
              <a:t xml:space="preserve">bold35 </a:t>
            </a:r>
            <a:r>
              <a:rPr lang="en-US" sz="2400"/>
              <a:t xml:space="preserve">word36 </a:t>
            </a:r>
            <a:r>
              <a:rPr lang="en-US" sz="2400" b="1"/>
              <a:t xml:space="preserve">bold36 </a:t>
            </a:r>
            <a:r>
              <a:rPr lang="en-US" sz="2400"/>
              <a:t xml:space="preserve">word37 </a:t>
            </a:r>
            <a:r>
              <a:rPr lang="en-US" sz="2400" b="1"/>
              <a:t xml:space="preserve">bold37 </a:t>
            </a:r>
            <a:r>
              <a:rPr lang="en-US" sz="2400"/>
              <a:t xml:space="preserve">word38 </a:t>
            </a:r>
            <a:r>
              <a:rPr lang="en-US" sz="2400" b="1"/>
              <a:t xml:space="preserve">bold38 </a:t>
            </a:r>
            <a:r>
              <a:rPr lang="en-US" sz="2400"/>
              <a:t xml:space="preserve">word39 </a:t>
            </a:r>
            <a:r>
              <a:rPr lang="en-US" sz="2400" b="1"/>
              <a:t xml:space="preserve">bold39 </a:t>
            </a:r>
            <a:r>
              <a:rPr lang="en-US" sz="2400"/>
              <a:t xml:space="preserve">word40 </a:t>
            </a:r>
            <a:r>
              <a:rPr lang="en-US" sz="2400" b="1"/>
              <a:t xml:space="preserve">bold40 </a:t>
            </a:r>
            <a:r>
              <a:rPr lang="en-US" sz="2400"/>
              <a:t xml:space="preserve">word41 </a:t>
            </a:r>
            <a:r>
              <a:rPr lang="en-US" sz="2400" b="1"/>
              <a:t xml:space="preserve">bold41 </a:t>
            </a:r>
            <a:r>
              <a:rPr lang="en-US" sz="2400"/>
              <a:t xml:space="preserve">word42 </a:t>
            </a:r>
            <a:r>
              <a:rPr lang="en-US" sz="2400" b="1"/>
              <a:t xml:space="preserve">bold42 </a:t>
            </a:r>
            <a:r>
              <a:rPr lang="en-US" sz="2400"/>
              <a:t xml:space="preserve">word43 </a:t>
            </a:r>
            <a:r>
              <a:rPr lang="en-US" sz="2400" b="1"/>
              <a:t xml:space="preserve">bold43 </a:t>
            </a:r>
            <a:r>
              <a:rPr lang="en-US" sz="2400"/>
              <a:t xml:space="preserve">word44 </a:t>
            </a:r>
            <a:r>
              <a:rPr lang="en-US" sz="2400" b="1"/>
              <a:t xml:space="preserve">bold44 </a:t>
            </a:r>
            <a:r>
              <a:rPr lang="en-US" sz="2400"/>
              <a:t xml:space="preserve">word45 </a:t>
            </a:r>
            <a:r>
              <a:rPr lang="en-US" sz="2400" b="1"/>
              <a:t xml:space="preserve">bold45 </a:t>
            </a:r>
            <a:r>
              <a:rPr lang="en-US" sz="2400"/>
              <a:t xml:space="preserve">word46 </a:t>
            </a:r>
            <a:r>
              <a:rPr lang="en-US" sz="2400" b="1"/>
              <a:t xml:space="preserve">bold46 </a:t>
            </a:r>
            <a:r>
              <a:rPr lang="en-US" sz="2400"/>
              <a:t xml:space="preserve">word47 </a:t>
            </a:r>
            <a:r>
              <a:rPr lang="en-US" sz="2400" b="1"/>
              <a:t xml:space="preserve">bold47 </a:t>
            </a:r>
            <a:r>
              <a:rPr lang="en-US" sz="2400"/>
              <a:t xml:space="preserve">word48 </a:t>
            </a:r>
            <a:r>
              <a:rPr lang="en-US" sz="2400" b="1"/>
              <a:t xml:space="preserve">bold48 </a:t>
            </a:r>
            <a:r>
              <a:rPr lang="en-US" sz="2400"/>
              <a:t xml:space="preserve">word49 </a:t>
            </a:r>
            <a:r>
              <a:rPr lang="en-US" sz="2400" b="1"/>
              <a:t xml:space="preserve">bold49 </a:t>
            </a:r>
          </a:p>
        </p:txBody>
      </p:sp>
    </p:spTree>
  </p:cSld>
  <p:clrMapOvr>
    <a:masterClrMapping/>
  </p:clrMapOvr>
</p:sld>
</file>