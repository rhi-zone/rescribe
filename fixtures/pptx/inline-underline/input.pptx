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slides/_rels/slide1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_rels/.rels" ContentType="application/vnd.openxmlformats-package.relationships+xml"/>
  <Override PartName="/ppt/slideMasters/slideMaster1.xml" ContentType="application/vnd.openxmlformats-officedocument.presentationml.slideMaster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_rels/slideMaster1.xml.rels" ContentType="application/vnd.openxmlformats-package.relationship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7" r:id="rId2"/>
  </p:sldMasterIdLst>
  <p:sldIdLst>
    <p:sldId id="256" r:id="rId1"/>
  </p:sldIdLst>
  <p:sldSz cx="9144000" cy="6858000"/>
  <p:notesSz cx="9144000" cy="6858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/>
        </p:spPr>
        <p:txBody>
          <a:bodyPr/>
          <a:p>
            <a:r>
              <a:rPr lang="en-US" sz="4400"/>
              <a:t>Underline Test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29600" cy="4525963"/>
          </a:xfrm>
          <a:prstGeom prst="rect"/>
        </p:spPr>
        <p:txBody>
          <a:bodyPr/>
          <a:p>
            <a:r>
              <a:rPr lang="en-US" sz="2400"/>
              <a:t xml:space="preserve">This is </a:t>
            </a:r>
            <a:r>
              <a:rPr lang="en-US" sz="2400" u="sng"/>
              <a:t>underlined</a:t>
            </a:r>
            <a:r>
              <a:rPr lang="en-US" sz="2400"/>
              <a:t xml:space="preserve"> text.</a:t>
            </a:r>
          </a:p>
        </p:txBody>
      </p:sp>
    </p:spTree>
  </p:cSld>
  <p:clrMapOvr>
    <a:masterClrMapping/>
  </p:clrMapOvr>
</p:sld>
</file>