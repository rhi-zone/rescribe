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_rels/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Font Size Test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 xml:space="preserve">Normal text and </a:t>
            </a:r>
            <a:r>
              <a:rPr lang="en-US" sz="3600"/>
              <a:t>large text</a:t>
            </a:r>
            <a:r>
              <a:rPr lang="en-US" sz="2400"/>
              <a:t>.</a:t>
            </a:r>
          </a:p>
        </p:txBody>
      </p:sp>
    </p:spTree>
  </p:cSld>
  <p:clrMapOvr>
    <a:masterClrMapping/>
  </p:clrMapOvr>
</p:sld>
</file>