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_rels/slideLayout1.xml.rels" ContentType="application/vnd.openxmlformats-package.relationships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Formatting Mix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 xml:space="preserve">Plain, </a:t>
            </a:r>
            <a:r>
              <a:rPr lang="en-US" sz="2400" b="1"/>
              <a:t>bold</a:t>
            </a:r>
            <a:r>
              <a:rPr lang="en-US" sz="2400"/>
              <a:t xml:space="preserve">, </a:t>
            </a:r>
            <a:r>
              <a:rPr lang="en-US" sz="2400" i="1"/>
              <a:t>italic</a:t>
            </a:r>
            <a:r>
              <a:rPr lang="en-US" sz="2400"/>
              <a:t xml:space="preserve">, </a:t>
            </a:r>
            <a:r>
              <a:rPr lang="en-US" sz="2400" u="sng"/>
              <a:t>underline</a:t>
            </a:r>
            <a:r>
              <a:rPr lang="en-US" sz="2400"/>
              <a:t xml:space="preserve">, and </a:t>
            </a:r>
            <a:r>
              <a:rPr lang="en-US" sz="2400" b="1" i="1"/>
              <a:t>bold-italic</a:t>
            </a:r>
            <a:r>
              <a:rPr lang="en-US" sz="2400"/>
              <a:t>.</a:t>
            </a:r>
          </a:p>
        </p:txBody>
      </p:sp>
    </p:spTree>
  </p:cSld>
  <p:clrMapOvr>
    <a:masterClrMapping/>
  </p:clrMapOvr>
</p:sld>
</file>