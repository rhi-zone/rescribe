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_rels/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1"/>
  </p:sldMasterIdLst>
  <p:sldIdLst/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