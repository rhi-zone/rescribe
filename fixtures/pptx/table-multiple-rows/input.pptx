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Larger Table</a:t>
            </a:r>
          </a:p>
        </p:txBody>
      </p:sp>
      <p:graphicFrame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Stock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/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/>
                        <a:t>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/>
                        <a:t>Doohickey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123</a:t>
                      </a:r>
                    </a:p>
                  </a:txBody>
                  <a:tcPr/>
                </a:tc>
              </a:tr>
            </a:tbl>
          </a:graphicData>
        </a:graphic>
        <p:nvGraphicFramePr>
          <p:cNvPr id="3" name="Table"/>
          <p:cNvGraphicFramePr>
            <a:graphicFrameLocks noGrp="1"/>
          </p:cNvGraphicFramePr>
          <p:nvPr/>
        </p:nvGraphicFramePr>
        <p:xfrm>
          <a:off x="914400" y="1600200"/>
          <a:ext cx="8229600" cy="3600000"/>
        </p:xfrm>
      </p:graphicFrame>
    </p:spTree>
  </p:cSld>
  <p:clrMapOvr>
    <a:masterClrMapping/>
  </p:clrMapOvr>
</p:sld>
</file>