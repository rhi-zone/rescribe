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_rels/slide13.xml.rels" ContentType="application/vnd.openxmlformats-package.relationships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_rels/.rels" ContentType="application/vnd.openxmlformats-package.relationships+xml"/>
  <Override PartName="/ppt/slides/slide15.xml" ContentType="application/vnd.openxmlformats-officedocument.presentationml.slide+xml"/>
  <Override PartName="/ppt/slides/_rels/slide2.xml.rels" ContentType="application/vnd.openxmlformats-package.relationships+xml"/>
  <Override PartName="/ppt/slides/slide3.xml" ContentType="application/vnd.openxmlformats-officedocument.presentationml.slide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_rels/slide3.xml.rels" ContentType="application/vnd.openxmlformats-package.relationships+xml"/>
  <Override PartName="/ppt/slides/slide9.xml" ContentType="application/vnd.openxmlformats-officedocument.presentationml.slide+xml"/>
  <Override PartName="/ppt/slides/_rels/slide10.xml.rels" ContentType="application/vnd.openxmlformats-package.relationships+xml"/>
  <Override PartName="/ppt/slideMasters/_rels/slideMaster1.xml.rels" ContentType="application/vnd.openxmlformats-package.relationships+xml"/>
  <Override PartName="/ppt/slides/_rels/slide6.xml.rels" ContentType="application/vnd.openxmlformats-package.relationships+xml"/>
  <Override PartName="/ppt/slides/slide14.xml" ContentType="application/vnd.openxmlformats-officedocument.presentationml.slide+xml"/>
  <Override PartName="/ppt/slides/_rels/slide15.xml.rels" ContentType="application/vnd.openxmlformats-package.relationships+xml"/>
  <Override PartName="/ppt/slides/_rels/slide17.xml.rels" ContentType="application/vnd.openxmlformats-package.relationships+xml"/>
  <Override PartName="/ppt/slides/_rels/slide20.xml.rels" ContentType="application/vnd.openxmlformats-package.relationships+xml"/>
  <Override PartName="/ppt/slides/_rels/slide5.xml.rels" ContentType="application/vnd.openxmlformats-package.relationships+xml"/>
  <Override PartName="/ppt/_rels/presentation.xml.rels" ContentType="application/vnd.openxmlformats-package.relationships+xml"/>
  <Override PartName="/ppt/slides/_rels/slide9.xml.rels" ContentType="application/vnd.openxmlformats-package.relationships+xml"/>
  <Override PartName="/ppt/slides/slide10.xml" ContentType="application/vnd.openxmlformats-officedocument.presentationml.slide+xml"/>
  <Override PartName="/ppt/slides/_rels/slide19.xml.rels" ContentType="application/vnd.openxmlformats-package.relationships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s/_rels/slide16.xml.rels" ContentType="application/vnd.openxmlformats-package.relationships+xml"/>
  <Override PartName="/ppt/slides/_rels/slide14.xml.rels" ContentType="application/vnd.openxmlformats-package.relationships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_rels/slide18.xml.rels" ContentType="application/vnd.openxmlformats-package.relationships+xml"/>
  <Override PartName="/ppt/slideLayouts/_rels/slideLayout1.xml.rels" ContentType="application/vnd.openxmlformats-package.relationships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12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  <Relationship Id="rId19" Type="http://schemas.openxmlformats.org/officeDocument/2006/relationships/slide" Target="slides/slide19.xml"/>
  <Relationship Id="rId20" Type="http://schemas.openxmlformats.org/officeDocument/2006/relationships/slide" Target="slides/slide20.xml"/>
  <Relationship Id="rId2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3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4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5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7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8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9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10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13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14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15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17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18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19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20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of slide 20.</a:t>
            </a:r>
          </a:p>
        </p:txBody>
      </p:sp>
    </p:spTree>
  </p:cSld>
  <p:clrMapOvr>
    <a:masterClrMapping/>
  </p:clrMapOvr>
</p:sld>
</file>