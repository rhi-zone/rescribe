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_rels/slideMaster1.xml.rels" ContentType="application/vnd.openxmlformats-package.relationship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_rels/.rels" ContentType="application/vnd.openxmlformats-package.relationships+xml"/>
  <Override PartName="/ppt/slides/_rels/slide1.xml.rels" ContentType="application/vnd.openxmlformats-package.relationships+xml"/>
  <Override PartName="/ppt/slideLayouts/_rels/slideLayout1.xml.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/>
        </p:spPr>
        <p:txBody>
          <a:bodyPr/>
          <a:p>
            <a:r>
              <a:rPr lang="en-US" sz="4400"/>
              <a:t>Summary</a:t>
            </a:r>
          </a:p>
        </p:txBody>
      </p:sp>
      <p:graphicFrame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000000"/>
                <a:gridCol w="3000000"/>
              </a:tblGrid>
              <a:tr h="800000">
                <a:tc>
                  <a:txBody>
                    <a:bodyPr/>
                    <a:lstStyle/>
                    <a:p>
                      <a:r>
                        <a:rPr lang="en-US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  <a:tcPr/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/>
                        <a:t>Task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Done</a:t>
                      </a:r>
                    </a:p>
                  </a:txBody>
                  <a:tcPr/>
                </a:tc>
              </a:tr>
              <a:tr h="800000">
                <a:tc>
                  <a:txBody>
                    <a:bodyPr/>
                    <a:lstStyle/>
                    <a:p>
                      <a:r>
                        <a:rPr lang="en-US"/>
                        <a:t>Task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 Progress</a:t>
                      </a:r>
                    </a:p>
                  </a:txBody>
                  <a:tcPr/>
                </a:tc>
              </a:tr>
            </a:tbl>
          </a:graphicData>
        </a:graphic>
        <p:nvGraphicFramePr>
          <p:cNvPr id="3" name="Table"/>
          <p:cNvGraphicFramePr>
            <a:graphicFrameLocks noGrp="1"/>
          </p:cNvGraphicFramePr>
          <p:nvPr/>
        </p:nvGraphicFramePr>
        <p:xfrm>
          <a:off x="914400" y="1600200"/>
          <a:ext cx="6000000" cy="2400000"/>
        </p:xfrm>
      </p:graphicFrame>
    </p:spTree>
  </p:cSld>
  <p:clrMapOvr>
    <a:masterClrMapping/>
  </p:clrMapOvr>
</p:sld>
</file>