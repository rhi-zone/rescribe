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 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1980-01-01T00:00:00Z</dcterms:created>
  <dcterms:modified xsi:type="dcterms:W3CDTF">1980-01-01T00:00:00Z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