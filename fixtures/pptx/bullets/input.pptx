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_rels/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slideLayouts/_rels/slideLayout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/>
        </p:spPr>
        <p:txBody>
          <a:bodyPr/>
          <a:p>
            <a:r>
              <a:rPr lang="en-US" sz="4400"/>
              <a:t>Bullet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25963"/>
          </a:xfrm>
          <a:prstGeom prst="rect"/>
        </p:spPr>
        <p:txBody>
          <a:bodyPr/>
          <a:p>
            <a:pPr lvl="1">
              <a:buChar char="•"/>
            </a:pPr>
            <a:r>
              <a:rPr lang="en-US" sz="2400"/>
              <a:t>First bullet</a:t>
            </a:r>
          </a:p>
          <a:p>
            <a:pPr lvl="1">
              <a:buChar char="•"/>
            </a:pPr>
            <a:r>
              <a:rPr lang="en-US" sz="2400"/>
              <a:t>Second bullet</a:t>
            </a:r>
          </a:p>
          <a:p>
            <a:pPr lvl="1">
              <a:buChar char="•"/>
            </a:pPr>
            <a:r>
              <a:rPr lang="en-US" sz="2400"/>
              <a:t>Third bullet</a:t>
            </a:r>
          </a:p>
        </p:txBody>
      </p:sp>
    </p:spTree>
  </p:cSld>
  <p:clrMapOvr>
    <a:masterClrMapping/>
  </p:clrMapOvr>
</p:sld>
</file>