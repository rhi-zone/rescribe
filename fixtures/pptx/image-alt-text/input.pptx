
<file path=[Content_Types].xml><?xml version="1.0" encoding="utf-8"?>
<Types xmlns="http://schemas.openxmlformats.org/package/2006/content-types">
  <Default Extension="png" ContentType="image/png"/>
  <Default Extension="gif" ContentType="image/gif"/>
  <Default Extension="xml" ContentType="application/xml"/>
  <Default Extension="rels" ContentType="application/vnd.openxmlformats-package.relationships+xml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media/image1.png" ContentType="image/png"/>
  <Override PartName="/_rels/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Image With Alt Text</a:t>
            </a:r>
          </a:p>
        </p:txBody>
      </p:sp>
      <p:pic>
        <p:nvPicPr>
          <p:cNvPr id="3" name="Picture 3" descr="A decorative red squ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2743200" cy="2057400"/>
          </a:xfrm>
          <a:prstGeom prst="rect"/>
        </p:spPr>
      </p:pic>
    </p:spTree>
  </p:cSld>
  <p:clrMapOvr>
    <a:masterClrMapping/>
  </p:clrMapOvr>
</p:sld>
</file>