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_rels/slide2.xml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notesMasters/_rels/notesMaster1.xml.rels" ContentType="application/vnd.openxmlformats-package.relationships+xml"/>
  <Override PartName="/ppt/notesSlides/_rels/notesSlide2.xml.rels" ContentType="application/vnd.openxmlformats-package.relationships+xml"/>
  <Override PartName="/ppt/slideMasters/_rels/slideMaster1.xml.rels" ContentType="application/vnd.openxmlformats-package.relationship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_rels/notesSlide1.xml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3"/>
  </p:sldMasterIdLst>
  <p:sldIdLst>
    <p:sldId id="256" r:id="rId1"/>
    <p:sldId id="257" r:id="rId2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Master" Target="slideMasters/slideMaster1.xml"/>
  <Relationship Id="rId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txStyles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one.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 for slide two.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One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First slide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Slide Two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r>
              <a:rPr lang="en-US" sz="2400"/>
              <a:t>Second slide content.</a:t>
            </a:r>
          </a:p>
        </p:txBody>
      </p:sp>
    </p:spTree>
  </p:cSld>
  <p:clrMapOvr>
    <a:masterClrMapping/>
  </p:clrMapOvr>
</p:sld>
</file>